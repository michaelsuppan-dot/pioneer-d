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Inter"/>
      <p:bold r:id="rId10"/>
      <p:boldItalic r:id="rId11"/>
    </p:embeddedFont>
    <p:embeddedFont>
      <p:font typeface="Montserrat ExtraBold"/>
      <p:bold r:id="rId12"/>
      <p:boldItalic r:id="rId13"/>
    </p:embeddedFont>
    <p:embeddedFont>
      <p:font typeface="Inter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bold.fntdata"/><Relationship Id="rId13" Type="http://schemas.openxmlformats.org/officeDocument/2006/relationships/font" Target="fonts/MontserratExtraBold-boldItalic.fntdata"/><Relationship Id="rId12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Medium-bold.fntdata"/><Relationship Id="rId14" Type="http://schemas.openxmlformats.org/officeDocument/2006/relationships/font" Target="fonts/InterMedium-regular.fntdata"/><Relationship Id="rId17" Type="http://schemas.openxmlformats.org/officeDocument/2006/relationships/font" Target="fonts/InterMedium-boldItalic.fntdata"/><Relationship Id="rId16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michaelsuppan-dot/Pioneer-D/releases/tag/Pioneer_v1.2.2" TargetMode="External"/><Relationship Id="rId3" Type="http://schemas.openxmlformats.org/officeDocument/2006/relationships/hyperlink" Target="https://michaelsuppan-dot.github.io/Pioneer-D/" TargetMode="External"/><Relationship Id="rId4" Type="http://schemas.openxmlformats.org/officeDocument/2006/relationships/hyperlink" Target="https://notebooklm.google.com/notebook/771bea3f-631a-43ad-b3cd-49c18919e5d6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297f2040_1_7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4297f2040_1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4297f2040_1_7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4297f2040_1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423f85b23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423f85b2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4297f2040_1_6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4297f2040_1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git hub repo: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https://github.com/michaelsuppan-dot/Pioneer-D/releases/tag/Pioneer_v1.2.2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github </a:t>
            </a:r>
            <a:r>
              <a:rPr lang="en-US"/>
              <a:t>download</a:t>
            </a:r>
            <a:r>
              <a:rPr lang="en-US"/>
              <a:t> page: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https://michaelsuppan-dot.github.io/Pioneer-D/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 LM: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https://notebooklm.google.com/notebook/771bea3f-631a-43ad-b3cd-49c18919e5d6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michaelsuppan-dot.github.io/Pioneer-D" TargetMode="External"/><Relationship Id="rId6" Type="http://schemas.openxmlformats.org/officeDocument/2006/relationships/hyperlink" Target="https://github.com/michaelsuppan-dot/Pioneer-D/releases/tag/Pioneer_v1.2.2" TargetMode="External"/><Relationship Id="rId7" Type="http://schemas.openxmlformats.org/officeDocument/2006/relationships/hyperlink" Target="https://notebooklm.google.com/notebook/771bea3f-631a-43ad-b3cd-49c18919e5d6" TargetMode="External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slide look crisper 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slide crisper 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is slide clearer, the words and pictures look grainy 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6"/>
          <p:cNvGrpSpPr/>
          <p:nvPr/>
        </p:nvGrpSpPr>
        <p:grpSpPr>
          <a:xfrm>
            <a:off x="-3333750" y="-3038975"/>
            <a:ext cx="18859500" cy="13525500"/>
            <a:chOff x="-3810000" y="-3810000"/>
            <a:chExt cx="18859500" cy="13525500"/>
          </a:xfrm>
        </p:grpSpPr>
        <p:sp>
          <p:nvSpPr>
            <p:cNvPr id="100" name="Google Shape;100;p16"/>
            <p:cNvSpPr/>
            <p:nvPr/>
          </p:nvSpPr>
          <p:spPr>
            <a:xfrm>
              <a:off x="9334500" y="4000500"/>
              <a:ext cx="5715000" cy="5715000"/>
            </a:xfrm>
            <a:prstGeom prst="ellipse">
              <a:avLst/>
            </a:prstGeom>
            <a:solidFill>
              <a:srgbClr val="0D9488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-3810000" y="-3810000"/>
              <a:ext cx="7620000" cy="7620000"/>
            </a:xfrm>
            <a:prstGeom prst="ellipse">
              <a:avLst/>
            </a:prstGeom>
            <a:solidFill>
              <a:srgbClr val="3B82F6">
                <a:alpha val="2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7262" y="1900238"/>
              <a:ext cx="10101300" cy="20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6"/>
            <p:cNvSpPr/>
            <p:nvPr/>
          </p:nvSpPr>
          <p:spPr>
            <a:xfrm>
              <a:off x="-952500" y="2381250"/>
              <a:ext cx="14097000" cy="28575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6"/>
          <p:cNvSpPr txBox="1"/>
          <p:nvPr/>
        </p:nvSpPr>
        <p:spPr>
          <a:xfrm>
            <a:off x="762000" y="66675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800">
                <a:solidFill>
                  <a:srgbClr val="F2994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Questions &amp; Answers</a:t>
            </a:r>
            <a:endParaRPr b="0" sz="3800">
              <a:solidFill>
                <a:srgbClr val="F2994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Pioneer RFP Engine — Support &amp; Resource Directory</a:t>
            </a:r>
            <a:endParaRPr b="0" sz="1400">
              <a:solidFill>
                <a:srgbClr val="94A3B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05" name="Google Shape;105;p16"/>
          <p:cNvGrpSpPr/>
          <p:nvPr/>
        </p:nvGrpSpPr>
        <p:grpSpPr>
          <a:xfrm>
            <a:off x="5524500" y="1809750"/>
            <a:ext cx="5905500" cy="1190700"/>
            <a:chOff x="0" y="0"/>
            <a:chExt cx="5905500" cy="11907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5905500" cy="1190700"/>
            </a:xfrm>
            <a:prstGeom prst="roundRect">
              <a:avLst>
                <a:gd fmla="val 12800" name="adj"/>
              </a:avLst>
            </a:prstGeom>
            <a:solidFill>
              <a:srgbClr val="0B1322">
                <a:alpha val="8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228600" y="342900"/>
              <a:ext cx="495300" cy="495300"/>
            </a:xfrm>
            <a:prstGeom prst="roundRect">
              <a:avLst>
                <a:gd fmla="val 50000" name="adj"/>
              </a:avLst>
            </a:prstGeom>
            <a:solidFill>
              <a:srgbClr val="38BDF8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28600" y="372110"/>
              <a:ext cx="4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download</a:t>
              </a:r>
              <a:endParaRPr sz="20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914400" y="19050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5"/>
                </a:rPr>
                <a:t>Pioneer RFP Engine Download</a:t>
              </a:r>
              <a:endPara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Download the desktop application, manage configurations, and run automated extractions.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5524500" y="3257550"/>
            <a:ext cx="5905500" cy="1190700"/>
            <a:chOff x="0" y="0"/>
            <a:chExt cx="5905500" cy="11907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5905500" cy="1190700"/>
            </a:xfrm>
            <a:prstGeom prst="roundRect">
              <a:avLst>
                <a:gd fmla="val 12800" name="adj"/>
              </a:avLst>
            </a:prstGeom>
            <a:solidFill>
              <a:srgbClr val="0B1322">
                <a:alpha val="8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228600" y="342900"/>
              <a:ext cx="495300" cy="495300"/>
            </a:xfrm>
            <a:prstGeom prst="roundRect">
              <a:avLst>
                <a:gd fmla="val 50000" name="adj"/>
              </a:avLst>
            </a:prstGeom>
            <a:solidFill>
              <a:srgbClr val="F2994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228600" y="372110"/>
              <a:ext cx="4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299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new_releases</a:t>
              </a:r>
              <a:endParaRPr sz="2000">
                <a:solidFill>
                  <a:srgbClr val="F2994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914400" y="19050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6"/>
                </a:rPr>
                <a:t>Pioneer RFP Engine Release Page</a:t>
              </a:r>
              <a:endPara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View the latest release notes, product updates, and version documentation.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5" name="Google Shape;115;p16"/>
          <p:cNvGrpSpPr/>
          <p:nvPr/>
        </p:nvGrpSpPr>
        <p:grpSpPr>
          <a:xfrm>
            <a:off x="5524500" y="4705350"/>
            <a:ext cx="5905500" cy="1190700"/>
            <a:chOff x="0" y="0"/>
            <a:chExt cx="5905500" cy="1190700"/>
          </a:xfrm>
        </p:grpSpPr>
        <p:sp>
          <p:nvSpPr>
            <p:cNvPr id="116" name="Google Shape;116;p16"/>
            <p:cNvSpPr/>
            <p:nvPr/>
          </p:nvSpPr>
          <p:spPr>
            <a:xfrm>
              <a:off x="0" y="0"/>
              <a:ext cx="5905500" cy="1190700"/>
            </a:xfrm>
            <a:prstGeom prst="roundRect">
              <a:avLst>
                <a:gd fmla="val 12800" name="adj"/>
              </a:avLst>
            </a:prstGeom>
            <a:solidFill>
              <a:srgbClr val="0B1322">
                <a:alpha val="8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>
              <a:off x="228600" y="342900"/>
              <a:ext cx="495300" cy="495300"/>
            </a:xfrm>
            <a:prstGeom prst="roundRect">
              <a:avLst>
                <a:gd fmla="val 50000" name="adj"/>
              </a:avLst>
            </a:prstGeom>
            <a:solidFill>
              <a:srgbClr val="10B981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28600" y="372110"/>
              <a:ext cx="4953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9" name="Google Shape;119;p16"/>
            <p:cNvSpPr txBox="1"/>
            <p:nvPr/>
          </p:nvSpPr>
          <p:spPr>
            <a:xfrm>
              <a:off x="914400" y="190500"/>
              <a:ext cx="47625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7"/>
                </a:rPr>
                <a:t>Pioneer NotebookLM Workspace</a:t>
              </a:r>
              <a:endPara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Interact with synthesized resources, reference materials, and interactive Q&amp;A.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20" name="Google Shape;120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3900" y="1736725"/>
            <a:ext cx="4215800" cy="423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